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C77A1011-C4CE-43E0-967B-E5B6F57C32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Optimization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Inventory Optimization Dashboard">
            <a:extLst>
              <a:ext uri="{FF2B5EF4-FFF2-40B4-BE49-F238E27FC236}">
                <a16:creationId xmlns:a16="http://schemas.microsoft.com/office/drawing/2014/main" id="{BF21D34F-92D6-407B-A1F2-B97D721FC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Inventory Optimization Dashboard">
            <a:extLst>
              <a:ext uri="{FF2B5EF4-FFF2-40B4-BE49-F238E27FC236}">
                <a16:creationId xmlns:a16="http://schemas.microsoft.com/office/drawing/2014/main" id="{CCADB7B5-9118-440B-9D62-F75CFE104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1C67B6F-3403-3815-4867-12847B6A9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372" y="96981"/>
            <a:ext cx="12446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506C9-D656-C885-5084-40D5CFC8F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5" y="21936"/>
            <a:ext cx="53594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5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Inventory Optimization 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Optimization Dashboard</dc:title>
  <dc:creator/>
  <cp:lastModifiedBy>Sujith Kollath</cp:lastModifiedBy>
  <cp:revision>3</cp:revision>
  <dcterms:created xsi:type="dcterms:W3CDTF">2026-06-26T17:36:40Z</dcterms:created>
  <dcterms:modified xsi:type="dcterms:W3CDTF">2026-06-29T16:42:24Z</dcterms:modified>
</cp:coreProperties>
</file>